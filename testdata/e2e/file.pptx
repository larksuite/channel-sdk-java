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ae799d10bc468b" /><Relationship Type="http://schemas.openxmlformats.org/officeDocument/2006/relationships/extended-properties" Target="/docProps/app.xml" Id="Rfcbfb3f260d34ef3" /><Relationship Type="http://schemas.openxmlformats.org/officeDocument/2006/relationships/officeDocument" Target="/ppt/presentation.xml" Id="R4204f2d49e644e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e8f0b80c0d4a4d"/>
  </p:sldMasterIdLst>
  <p:notesMasterIdLst>
    <p:notesMasterId xmlns:r="http://schemas.openxmlformats.org/officeDocument/2006/relationships" r:id="Ra46cdccfa2fe4eaa"/>
  </p:notesMasterIdLst>
  <p:sldIdLst>
    <p:sldId xmlns:r="http://schemas.openxmlformats.org/officeDocument/2006/relationships" id="256" r:id="R9a66c96e4bcd4a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edb9984b244d5" /><Relationship Type="http://schemas.openxmlformats.org/officeDocument/2006/relationships/slideMaster" Target="/ppt/slideMasters/slideMaster1.xml" Id="Rcee8f0b80c0d4a4d" /><Relationship Type="http://schemas.openxmlformats.org/officeDocument/2006/relationships/notesMaster" Target="/ppt/notesMasters/notesMaster1.xml" Id="Ra46cdccfa2fe4eaa" /><Relationship Type="http://schemas.openxmlformats.org/officeDocument/2006/relationships/presProps" Target="/ppt/presProps.xml" Id="R392e0ac8f1894454" /><Relationship Type="http://schemas.openxmlformats.org/officeDocument/2006/relationships/tableStyles" Target="/ppt/tableStyles.xml" Id="R63894c3995a94752" /><Relationship Type="http://schemas.openxmlformats.org/officeDocument/2006/relationships/slide" Target="/ppt/slides/slide1.xml" Id="R9a66c96e4bcd4a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939a68573542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9aefa96ac74129" /><Relationship Type="http://schemas.openxmlformats.org/officeDocument/2006/relationships/notesMaster" Target="/ppt/notesMasters/notesMaster1.xml" Id="R19345ec33fe240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1f477153e44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fa81e7713844c7" /><Relationship Type="http://schemas.openxmlformats.org/officeDocument/2006/relationships/slideLayout" Target="/ppt/slideLayouts/slideLayout1.xml" Id="Re018be46f1bb43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18be46f1bb43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621750cc042a1" /><Relationship Type="http://schemas.openxmlformats.org/officeDocument/2006/relationships/notesSlide" Target="/ppt/notesSlides/notesSlide1.xml" Id="R5b0890aa4d5942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5D8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ixture-frame">
            <a:extLst xmlns:a="http://schemas.openxmlformats.org/drawingml/2006/main">
              <a:ext uri="{FF2B5EF4-FFF2-40B4-BE49-F238E27FC236}">
                <a16:creationId xmlns:a16="http://schemas.microsoft.com/office/drawing/2014/main" id="{2862A0A9-B282-4F9D-AF35-0D68778C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" name="fixture-title">
            <a:extLst xmlns:a="http://schemas.openxmlformats.org/drawingml/2006/main">
              <a:ext uri="{FF2B5EF4-FFF2-40B4-BE49-F238E27FC236}">
                <a16:creationId xmlns:a16="http://schemas.microsoft.com/office/drawing/2014/main" id="{EBBBBEC6-9602-4BFE-9433-F879730E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Channel SDK E2E</a:t>
            </a:r>
          </a:p>
        </p:txBody>
      </p:sp>
      <p:sp>
        <p:nvSpPr>
          <p:cNvPr id="3" name="fixture-subtitle">
            <a:extLst xmlns:a="http://schemas.openxmlformats.org/drawingml/2006/main">
              <a:ext uri="{FF2B5EF4-FFF2-40B4-BE49-F238E27FC236}">
                <a16:creationId xmlns:a16="http://schemas.microsoft.com/office/drawing/2014/main" id="{2CDA2ABD-36E1-473E-904D-7A18D1DB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Synthetic PPTX test fixture</a:t>
            </a:r>
          </a:p>
        </p:txBody>
      </p:sp>
    </p:spTree>
    <p:extLst>
      <p:ext uri="{BB962C8B-B14F-4D97-AF65-F5344CB8AC3E}">
        <p14:creationId xmlns:p14="http://schemas.microsoft.com/office/powerpoint/2010/main" val="412312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2026-09-03T06:52:28.7020000Z</dcterms:created>
  <dcterms:modified xsi:type="dcterms:W3CDTF">2026-09-03T06:52:28.7020000Z</dcterms:modified>
</coreProperties>
</file>